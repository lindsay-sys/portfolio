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2" d="100"/>
          <a:sy n="52" d="100"/>
        </p:scale>
        <p:origin x="10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2D94A-E9CC-CC68-CE68-AD7E393344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5FFCB-D772-46A4-912F-F4796BBCD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EB416-3C2E-19E4-47C6-154377CF3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A9DC-098C-4674-B2EC-23D75B2D5708}" type="datetimeFigureOut">
              <a:rPr lang="en-KE" smtClean="0"/>
              <a:t>28/01/2026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DCA62-4DB4-F4BE-C606-29C32B094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9776B-F07D-4247-87D2-A2A2EEBE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C523F-0980-4635-8C7E-551D85A52C7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626469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D89D8-89ED-9AA8-4A1F-AD022AC34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255F2-4D39-09FA-A357-CDB7B314D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0BDFC-C036-61C0-6B1D-58EA2766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A9DC-098C-4674-B2EC-23D75B2D5708}" type="datetimeFigureOut">
              <a:rPr lang="en-KE" smtClean="0"/>
              <a:t>28/01/2026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83099-FD29-8593-9B77-55C3A958F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2A6D9-ED51-E68C-F681-CAC8DC6D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C523F-0980-4635-8C7E-551D85A52C7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90296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9BC4B-6938-AEDC-2046-52A71F5DC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AD2D9-7A1D-A50D-8EAA-5D3D53E17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2C67F-B487-9DD5-C1A5-191221A07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A9DC-098C-4674-B2EC-23D75B2D5708}" type="datetimeFigureOut">
              <a:rPr lang="en-KE" smtClean="0"/>
              <a:t>28/01/2026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FB64E-AA8E-24B7-2652-44223F33A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9D668-EFFB-AF78-4151-C38D3A377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C523F-0980-4635-8C7E-551D85A52C7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41423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BF992-26D1-EDD8-5261-97D006B95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7427A-E21F-ABE5-34A3-0662ECED02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3F385-C27C-5C0B-E578-5DF2E30C5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7C91B-7FEF-F47D-9BD5-75C41CE8E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A9DC-098C-4674-B2EC-23D75B2D5708}" type="datetimeFigureOut">
              <a:rPr lang="en-KE" smtClean="0"/>
              <a:t>28/01/2026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D13FD-54AB-0D1B-33CB-98505D7FB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3E507-583B-9FB2-30BD-7A6FE0D86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C523F-0980-4635-8C7E-551D85A52C7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411200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53A8F-F7CD-DC73-AE2F-FFEF160F1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49E1B-BAE0-57C7-3903-73047ECBE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E1F68-C4DD-61CB-5CDD-049DCBFA7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5F6640-A7B5-8A82-476B-3C67DD2488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02C618-3AA2-F0D3-726B-7F1A936155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68C830-4DF6-75E5-0514-0DDB89A8C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A9DC-098C-4674-B2EC-23D75B2D5708}" type="datetimeFigureOut">
              <a:rPr lang="en-KE" smtClean="0"/>
              <a:t>28/01/2026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829DB-6FC9-7756-947C-CAE388DF2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C61570-468D-F3D1-D801-5E993FD9F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C523F-0980-4635-8C7E-551D85A52C7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530560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250A5-F65C-6351-60DC-D9C09532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4A837-C779-96C5-CEC9-316B069E3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A9DC-098C-4674-B2EC-23D75B2D5708}" type="datetimeFigureOut">
              <a:rPr lang="en-KE" smtClean="0"/>
              <a:t>28/01/2026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AEF96-3CBC-6EC9-1B80-269C993E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CDF812-5B90-31D5-01FE-853A8D8E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C523F-0980-4635-8C7E-551D85A52C7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51664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A0EFA-73C0-9834-B051-5E802014B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A9DC-098C-4674-B2EC-23D75B2D5708}" type="datetimeFigureOut">
              <a:rPr lang="en-KE" smtClean="0"/>
              <a:t>28/01/2026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74DFED-C3EC-8F75-5E7D-5F1816C54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93E1E-AB7F-5ABA-D461-A502AFC2A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C523F-0980-4635-8C7E-551D85A52C7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89719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924C5-D7D1-FE9C-DAEB-B28E285C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D1D6A-1963-553A-E3D5-5757BC53B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321B49-4C62-02EF-991D-1380436ED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44137-9DA5-6475-D78D-CE356ACCD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A9DC-098C-4674-B2EC-23D75B2D5708}" type="datetimeFigureOut">
              <a:rPr lang="en-KE" smtClean="0"/>
              <a:t>28/01/2026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B7DAD-6AD6-5C23-3F17-A214D0B48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93DEE-B05D-3558-E143-65DCFCE7A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C523F-0980-4635-8C7E-551D85A52C7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520519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88A86-31DA-8B02-2DCF-A30F3ACC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F045F3-806C-C570-B93E-A99DF2B83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0B3ED-470F-4199-6628-C0C9BC756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4F7CA-38ED-2F6D-B4F3-D3AA68DD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A9DC-098C-4674-B2EC-23D75B2D5708}" type="datetimeFigureOut">
              <a:rPr lang="en-KE" smtClean="0"/>
              <a:t>28/01/2026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10E0-18F2-5249-37BF-46D3B1617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962EA-C08A-8167-3ECC-0DE92D3C7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C523F-0980-4635-8C7E-551D85A52C7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58239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289C0-8499-71A1-135B-5768503E8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2EFF2-B8A0-C429-C077-A5ACB756F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7EEF5-9BF3-CD47-802D-CD542924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A9DC-098C-4674-B2EC-23D75B2D5708}" type="datetimeFigureOut">
              <a:rPr lang="en-KE" smtClean="0"/>
              <a:t>28/01/2026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A047F-F794-B955-AA88-987629F75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29442-1656-DDD5-701A-2CC7E4F0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C523F-0980-4635-8C7E-551D85A52C7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56977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6F8E59-9718-451F-0978-F55E65A9B8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ECC32-08C9-D0EA-2347-B5BF75E00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DCD7A-35B5-6AD4-C8FA-484C73E3F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A9DC-098C-4674-B2EC-23D75B2D5708}" type="datetimeFigureOut">
              <a:rPr lang="en-KE" smtClean="0"/>
              <a:t>28/01/2026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6C6F8-DD16-3295-9B56-E1485F912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2E136-550F-8ABF-4EEE-DA6B6BDCC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C523F-0980-4635-8C7E-551D85A52C7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527750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792729-5E0D-4E67-AEE2-C14EB3185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03641-2872-65BD-6440-1CDA6B90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1078D-211D-3B25-8952-F2648B51B8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EA9DC-098C-4674-B2EC-23D75B2D5708}" type="datetimeFigureOut">
              <a:rPr lang="en-KE" smtClean="0"/>
              <a:t>28/01/2026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C340F-D185-BBD9-3F98-46C0BC829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7BDC2-0DDE-E565-BC53-E313BFD08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C523F-0980-4635-8C7E-551D85A52C7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12563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7617-7F7F-BA8C-553A-B7683592BC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WILLY ONYANGO</a:t>
            </a:r>
            <a:br>
              <a:rPr lang="en-US" dirty="0"/>
            </a:br>
            <a:r>
              <a:rPr lang="en-US" dirty="0"/>
              <a:t>C025-01-0950/2021</a:t>
            </a:r>
            <a:br>
              <a:rPr lang="en-US" dirty="0"/>
            </a:br>
            <a:r>
              <a:rPr lang="en-US" dirty="0"/>
              <a:t>INFORMATION TECHNOLOGIES</a:t>
            </a:r>
            <a:br>
              <a:rPr lang="en-US" dirty="0"/>
            </a:br>
            <a:r>
              <a:rPr lang="en-US" dirty="0"/>
              <a:t>AFRICAN CULTURE &amp; ITS IMPORTANCE TO INFORMATION TECHNOLOGY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8C308A-15E9-282D-8A9E-BCA96FA68F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55040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A2A69-534D-4574-44A0-65A9121E5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64786-FCCC-46F2-14A8-6BBDDAF9A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African culture and societal values</a:t>
            </a:r>
          </a:p>
          <a:p>
            <a:r>
              <a:rPr lang="en-US" dirty="0"/>
              <a:t>Focus on technology and innovation</a:t>
            </a:r>
          </a:p>
          <a:p>
            <a:r>
              <a:rPr lang="en-US" dirty="0"/>
              <a:t>Importance of culture in development</a:t>
            </a:r>
          </a:p>
          <a:p>
            <a:r>
              <a:rPr lang="en-US" dirty="0"/>
              <a:t>Connection between culture and ICT</a:t>
            </a:r>
          </a:p>
          <a:p>
            <a:r>
              <a:rPr lang="en-US" dirty="0"/>
              <a:t>Student perspective in technology</a:t>
            </a:r>
          </a:p>
          <a:p>
            <a:r>
              <a:rPr lang="en-US" dirty="0"/>
              <a:t>Overview of the presentation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741206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DFDDD-0FCC-3241-4C3E-51844D4EC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AFRICAN CULTURE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D476A-BDE9-2886-6133-77711B985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Strong community orientation</a:t>
            </a:r>
          </a:p>
          <a:p>
            <a:r>
              <a:rPr lang="en-US" dirty="0"/>
              <a:t>Emphasis on collective responsibility</a:t>
            </a:r>
          </a:p>
          <a:p>
            <a:r>
              <a:rPr lang="en-US" dirty="0"/>
              <a:t>Respect for elders and authority</a:t>
            </a:r>
          </a:p>
          <a:p>
            <a:r>
              <a:rPr lang="en-US" dirty="0"/>
              <a:t>Oral traditions and storytelling</a:t>
            </a:r>
          </a:p>
          <a:p>
            <a:r>
              <a:rPr lang="en-US" dirty="0"/>
              <a:t>Problem-solving through cooperation</a:t>
            </a:r>
          </a:p>
          <a:p>
            <a:r>
              <a:rPr lang="en-US" dirty="0"/>
              <a:t>Shared social values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18041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7D33-AAED-F0A7-4547-74DC38832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AFRICAN CULTURE AND COMMUNICATION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7C6FF-5C2C-1134-83AB-2721BEBF7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Oral communication as foundation</a:t>
            </a:r>
          </a:p>
          <a:p>
            <a:r>
              <a:rPr lang="en-US" dirty="0"/>
              <a:t>Use of storytelling and symbolism</a:t>
            </a:r>
          </a:p>
          <a:p>
            <a:r>
              <a:rPr lang="en-US" dirty="0"/>
              <a:t>Emphasis on listening and dialogue</a:t>
            </a:r>
          </a:p>
          <a:p>
            <a:r>
              <a:rPr lang="en-US" dirty="0"/>
              <a:t>Community-based information sharing</a:t>
            </a:r>
          </a:p>
          <a:p>
            <a:r>
              <a:rPr lang="en-US" dirty="0"/>
              <a:t>Importance of clarity and context</a:t>
            </a:r>
          </a:p>
          <a:p>
            <a:r>
              <a:rPr lang="en-US" dirty="0"/>
              <a:t>Influence on modern communication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681997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4100F-CFAE-E21C-F0A0-DA2EC095A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CULTURE AND PROBLEM-SOLVING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4306F-F91A-7E23-26D7-B95062E31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Collective approach to challenges</a:t>
            </a:r>
          </a:p>
          <a:p>
            <a:r>
              <a:rPr lang="en-US" dirty="0"/>
              <a:t>Community consultation practices</a:t>
            </a:r>
          </a:p>
          <a:p>
            <a:r>
              <a:rPr lang="en-US" dirty="0"/>
              <a:t>Consensus-based decision-making</a:t>
            </a:r>
          </a:p>
          <a:p>
            <a:r>
              <a:rPr lang="en-US" dirty="0"/>
              <a:t>Practical solutions to daily problems</a:t>
            </a:r>
          </a:p>
          <a:p>
            <a:r>
              <a:rPr lang="en-US" dirty="0"/>
              <a:t>Adaptability to limited resources</a:t>
            </a:r>
          </a:p>
          <a:p>
            <a:r>
              <a:rPr lang="en-US" dirty="0"/>
              <a:t>Foundation for innovation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842917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BF989-6065-D6E6-DC39-5D73C23B2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RELEVANCE TO ICT DEVELOPMENT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A1EF7-15EE-EB83-BBE5-F4FB6A4EB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User-centered system design</a:t>
            </a:r>
          </a:p>
          <a:p>
            <a:r>
              <a:rPr lang="en-US" dirty="0"/>
              <a:t>Community-focused digital solutions</a:t>
            </a:r>
          </a:p>
          <a:p>
            <a:r>
              <a:rPr lang="en-US" dirty="0"/>
              <a:t>Understanding user behavior</a:t>
            </a:r>
          </a:p>
          <a:p>
            <a:r>
              <a:rPr lang="en-US" dirty="0"/>
              <a:t>Technology solving real problems</a:t>
            </a:r>
          </a:p>
          <a:p>
            <a:r>
              <a:rPr lang="en-US" dirty="0"/>
              <a:t>Cultural awareness in system design</a:t>
            </a:r>
          </a:p>
          <a:p>
            <a:r>
              <a:rPr lang="en-US" dirty="0"/>
              <a:t>Local relevance of applications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917571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1BDCF-7360-DDAF-2AB0-42911E108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AFRICAN VALUES IN SOFTWARE DEVELOPMENT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DB461-8A07-B8AF-E5AF-9BDFFA837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Teamwork and collaboration</a:t>
            </a:r>
          </a:p>
          <a:p>
            <a:r>
              <a:rPr lang="en-US" dirty="0"/>
              <a:t>Shared responsibility in projects</a:t>
            </a:r>
          </a:p>
          <a:p>
            <a:r>
              <a:rPr lang="en-US" dirty="0"/>
              <a:t>Respect for diverse opinions</a:t>
            </a:r>
          </a:p>
          <a:p>
            <a:r>
              <a:rPr lang="en-US" dirty="0"/>
              <a:t>Ethical use of technology</a:t>
            </a:r>
          </a:p>
          <a:p>
            <a:r>
              <a:rPr lang="en-US" dirty="0"/>
              <a:t>Accountability in  system design</a:t>
            </a:r>
          </a:p>
          <a:p>
            <a:r>
              <a:rPr lang="en-US" dirty="0"/>
              <a:t>Sustainable digital solutions</a:t>
            </a:r>
            <a:br>
              <a:rPr lang="en-US" dirty="0"/>
            </a:b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77961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04803-9C78-14D9-3275-75BAF2657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GENDER AWARENESS IN TECHNOLOGY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06C29-FABC-B845-246C-B189A0978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Equal participation in ICT</a:t>
            </a:r>
          </a:p>
          <a:p>
            <a:r>
              <a:rPr lang="en-US" dirty="0"/>
              <a:t>Inclusion of women in innovation</a:t>
            </a:r>
          </a:p>
          <a:p>
            <a:r>
              <a:rPr lang="en-US" dirty="0"/>
              <a:t>Addressing digital gender divide</a:t>
            </a:r>
          </a:p>
          <a:p>
            <a:r>
              <a:rPr lang="en-US" dirty="0"/>
              <a:t>Cultural barriers to access</a:t>
            </a:r>
          </a:p>
          <a:p>
            <a:r>
              <a:rPr lang="en-US" dirty="0"/>
              <a:t>Importance of inclusive systems</a:t>
            </a:r>
          </a:p>
          <a:p>
            <a:r>
              <a:rPr lang="en-US" dirty="0"/>
              <a:t>Empowerment through technology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750056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B4B69-DABE-CE77-F875-D5EAE86D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CULTURE, ETHICS AND TECHNOLOGY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30A18-A862-DD7D-8F4D-420DBE3A0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Responsible use of ICT tools</a:t>
            </a:r>
          </a:p>
          <a:p>
            <a:r>
              <a:rPr lang="en-US" dirty="0"/>
              <a:t>Protecting user privacy</a:t>
            </a:r>
          </a:p>
          <a:p>
            <a:r>
              <a:rPr lang="en-US" dirty="0"/>
              <a:t>Respecting cultural sensitivities</a:t>
            </a:r>
          </a:p>
          <a:p>
            <a:r>
              <a:rPr lang="en-US" dirty="0"/>
              <a:t>Ethical software development</a:t>
            </a:r>
          </a:p>
          <a:p>
            <a:r>
              <a:rPr lang="en-US" dirty="0"/>
              <a:t>Technology for social good</a:t>
            </a:r>
          </a:p>
          <a:p>
            <a:r>
              <a:rPr lang="en-US" dirty="0"/>
              <a:t>Trust in digital systems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272398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BE4F-E193-5345-309A-8CD9877D6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AFRICAN CULTURE AND FUTURE ICT INNOVATION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F199B-5F33-6E37-4D8F-EF094984F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Growth of local tech solutions</a:t>
            </a:r>
          </a:p>
          <a:p>
            <a:r>
              <a:rPr lang="en-US" dirty="0"/>
              <a:t>Smart cities and digital services</a:t>
            </a:r>
          </a:p>
          <a:p>
            <a:r>
              <a:rPr lang="en-US" dirty="0"/>
              <a:t>Cultural-informed system design</a:t>
            </a:r>
          </a:p>
          <a:p>
            <a:r>
              <a:rPr lang="en-US" dirty="0"/>
              <a:t>Youth-driven innovation</a:t>
            </a:r>
          </a:p>
          <a:p>
            <a:r>
              <a:rPr lang="en-US" dirty="0"/>
              <a:t>Technology for community growth</a:t>
            </a:r>
          </a:p>
          <a:p>
            <a:r>
              <a:rPr lang="en-US" dirty="0"/>
              <a:t>Sustainable digital development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265532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D6C47-186F-677C-3BCA-726D246F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066C6-0FFC-CC34-562D-8F1169C19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Culture shapes technology use</a:t>
            </a:r>
          </a:p>
          <a:p>
            <a:r>
              <a:rPr lang="en-US" dirty="0"/>
              <a:t>ICT must reflect societal values</a:t>
            </a:r>
          </a:p>
          <a:p>
            <a:r>
              <a:rPr lang="en-US" dirty="0"/>
              <a:t>African culture supports innovation</a:t>
            </a:r>
          </a:p>
          <a:p>
            <a:r>
              <a:rPr lang="en-US" dirty="0"/>
              <a:t>Importance of inclusivity and ethics</a:t>
            </a:r>
          </a:p>
          <a:p>
            <a:r>
              <a:rPr lang="en-US" dirty="0"/>
              <a:t>Gender awareness strengthens ICT</a:t>
            </a:r>
          </a:p>
          <a:p>
            <a:r>
              <a:rPr lang="en-US" dirty="0"/>
              <a:t>Culture-driven </a:t>
            </a:r>
            <a:r>
              <a:rPr lang="en-US"/>
              <a:t>technologies progress</a:t>
            </a:r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49876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WILLY ONYANGO C025-01-0950/2021 INFORMATION TECHNOLOGIES AFRICAN CULTURE &amp; ITS IMPORTANCE TO INFORMATION TECHNOLOGY</vt:lpstr>
      <vt:lpstr>INTRODUCTION</vt:lpstr>
      <vt:lpstr>OVERVIEW OF AFRICAN CULTURE</vt:lpstr>
      <vt:lpstr>AFRICAN CULTURE AND COMMUNICATION</vt:lpstr>
      <vt:lpstr>CULTURE AND PROBLEM-SOLVING</vt:lpstr>
      <vt:lpstr>RELEVANCE TO ICT DEVELOPMENT</vt:lpstr>
      <vt:lpstr>AFRICAN VALUES IN SOFTWARE DEVELOPMENT</vt:lpstr>
      <vt:lpstr>GENDER AWARENESS IN TECHNOLOGY</vt:lpstr>
      <vt:lpstr>CULTURE, ETHICS AND TECHNOLOGY</vt:lpstr>
      <vt:lpstr>AFRICAN CULTURE AND FUTURE ICT INNOVATION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willy onyango</dc:creator>
  <cp:lastModifiedBy>willy onyango</cp:lastModifiedBy>
  <cp:revision>1</cp:revision>
  <dcterms:created xsi:type="dcterms:W3CDTF">2026-01-28T10:18:50Z</dcterms:created>
  <dcterms:modified xsi:type="dcterms:W3CDTF">2026-01-28T10:19:35Z</dcterms:modified>
</cp:coreProperties>
</file>